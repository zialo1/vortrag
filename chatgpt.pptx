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7198-0CD5-8B4A-75BF-3D2365664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473EB-743F-5286-B589-2F3E1C424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867E8-A53F-690A-2D66-BFA23B0C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F02F-408D-47D4-CCB8-A74A6773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F2EC7-1020-53AE-229C-7517BAFD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8163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6914-08C4-44CD-B1AD-F767CD52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29CC-774D-2EA5-3BD4-99ABD7581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78118-B5E9-7E59-DAA6-7E3337D9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05FEA-4AF4-99EF-3046-2A688CA3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93084-30A7-6F50-B7E3-B01CB5B0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42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AB17-48AB-532F-C10B-B42A4753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9DA7-E958-8C28-8A2E-62E246455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1F04-E72E-6502-731F-C70A5E39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9890-57FA-508B-A341-52426581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E5804-3204-ECFE-9DDD-E91E435A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9947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5259-B23B-4E66-0AD9-9B5408AC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39546-C415-A32E-C63A-B3A3FBAE3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C5375-20D7-AC72-04B7-C218CFB1B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0F85-946D-C879-7259-5CBB0B11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292A5-AF48-B7F0-2355-08C1F052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76727-4832-07B3-B699-11C7CA3F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6299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6144-DD39-F5F3-8AEE-0A0EC66F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61532-5AA6-4D56-64F8-345CF3BA2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96D60-6DF7-ECFA-3E13-06FF2326D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77D68-B704-A5EE-44B1-DC67E741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B41605-FFEE-FBA9-ED0B-0A003FCC4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BFF25-15AF-AE5C-69EC-99E278D0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D703CB-6978-DFC3-5B51-9D6ADE36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EACF2-1FDD-680C-D508-19F2D519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7257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64B4-DA1D-E5D4-18E0-2E70F481F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2B1DD-B679-898A-2F38-3A237569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DC9DD-0CF5-B3F9-DC41-7F0122C5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23329-159C-2BCE-E68B-23F62BC5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0565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F33614-9D44-3754-11B5-6AF895A5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1D6A9-D05F-EA86-6151-E5B85151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AFAAC-BCD5-615E-208D-AA0B5EC9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002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089E-44BF-6309-653F-EB327605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74319-A820-F745-7158-2BF76792C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2CE4F-576A-934E-5161-389BDD541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C7062-E499-F007-1342-4B2ADC08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51F54-2E9B-73D4-EDCC-0DEC71FA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1C5C0-EF88-4C65-4902-CB65EB30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0377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CD2A-17D0-AA8F-D7E1-16D0F063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E0550-0B3B-CC67-3270-8BBF5FA2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4933F-3234-8B73-2375-FAA2C8F27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2FAF9-82F1-FEAA-D67C-1A1B577D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65930-1D2A-5150-E899-D31AC623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952B3-F9DF-A049-9674-01B01610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2676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3900-3A04-0649-4C54-C3E7C0E9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866AA-1C42-AAAC-57C6-B63B88CF2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EE407-D9DC-3244-1568-908E76EE7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E9836-7233-F59A-4197-C1B38ACC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7D39D-7EDC-04B1-5293-E3365738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1984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A0D71-B711-C98B-8113-80DBFD9B3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A70FA-26DC-7611-ABB4-564477C52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FAC94-7798-1DF7-5E65-3D5A0007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4C2E-BD77-E301-3E79-4634D991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EDEA7-8D38-3E6A-9469-DEF8A8AA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3549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239F0-69F7-070B-DBC6-1DBA565A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12E3B-4A68-6F76-8AB1-5E35B15B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E9362-7FC0-30E3-DAF5-F46BC1C81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45E91-D463-E048-A683-97B55681D14C}" type="datetimeFigureOut">
              <a:rPr lang="en-CH" smtClean="0"/>
              <a:t>03.05.2026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15A20-04AE-6117-9172-62DEC9B6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5C491-1915-C2CA-6E6C-DCC5B0C60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591BC-0D7A-9448-AA9D-F4CBF22A34F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4158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4B0A-68C6-079A-AFCC-B92B65303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CH" dirty="0"/>
              <a:t>ithub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8A600-8080-1B6F-F5E1-E793A268A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246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3ECC-AF7C-5500-E27D-1B5078D3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37E59-150C-012C-AE56-244360162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9146" y="1825625"/>
            <a:ext cx="33937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79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E154-BAD4-CEE7-AF45-74D89F9A0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48F74-EB46-6EEC-644A-303655A24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275" y="1825625"/>
            <a:ext cx="67174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78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725A-E9AF-1E08-C843-F34F0B82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62F636-91C6-A7CF-2E5C-918572165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800" y="2096294"/>
            <a:ext cx="75184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3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98D9-4A12-1AEA-8669-BD17B75C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349942-D02D-9814-6F3E-FB5C9D94F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091" y="679622"/>
            <a:ext cx="6378189" cy="549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7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549FD-C4B0-65CC-AC0A-C263BE1D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E2850B-460C-01CB-6BCF-41DE0CE45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374" y="16149"/>
            <a:ext cx="6673266" cy="616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2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3461-7349-5EA5-B363-1AB7A86A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61DF10-4FF5-7DD9-41A7-EABF6CD38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7535" y="250495"/>
            <a:ext cx="4184719" cy="592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3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33BA-7C72-A14A-983C-3EE82F14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84822-E6BF-6095-2342-3BC516F4D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2757" y="416853"/>
            <a:ext cx="4633302" cy="576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D838-5599-3329-25C8-67795FFD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0BB24A-59E5-86EA-49D9-72C0F4E57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300" y="1848644"/>
            <a:ext cx="66294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2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FA42-1BDD-C0CC-32EB-CD561E20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4223D-A15A-56E8-B96B-181DF4155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2822" y="661005"/>
            <a:ext cx="4414329" cy="55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8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F949-01D2-C6D2-AF8E-3EE708C0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7EF454-D0B1-15C0-B51C-45397E537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914" y="673208"/>
            <a:ext cx="5503755" cy="550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4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C02F-3837-0531-A7B7-27EE26DC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94887A-C2CD-1AD1-0C63-B21650EF1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1676" y="630786"/>
            <a:ext cx="4236055" cy="55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1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0EB9-13D7-D872-5180-2F3D4300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B3FBA-85E4-BF61-9720-623EB60A1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2314" y="450659"/>
            <a:ext cx="3892684" cy="57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30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6B6D-8E27-A4AB-6010-F30E1A63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21B04-83C9-813D-CBCD-CB88981AD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9697" y="650475"/>
            <a:ext cx="5387096" cy="552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8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D0E8-1DD8-9A59-D625-DEF76C02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3F609-32BD-481C-9F9D-CACD4B89BF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6832" y="308933"/>
            <a:ext cx="4798168" cy="586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5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578-EE55-2701-1A53-66A838E5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A5F9D0-93BB-6A9E-CF67-11E232967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8173" y="711908"/>
            <a:ext cx="3134386" cy="604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13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AF1D-1D9E-5352-6A5B-891B3A80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20D005-F2E5-E1CD-E9BF-CDD6FAB1E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4540" y="1486603"/>
            <a:ext cx="4880829" cy="50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22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F2BE-1DE3-7C90-2D22-D53963CD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D32925-F8C9-30BF-9B37-CDAD28DBF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3904" y="728485"/>
            <a:ext cx="4789998" cy="57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73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7273-B733-D8AA-2E97-32C5598D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397F7D-1C08-72D0-6233-43AA88561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8173" y="839063"/>
            <a:ext cx="3583007" cy="580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17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95B17-1A40-46CF-8F56-E8D0AE6A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971C2-D879-19D4-FDC5-808CAEB9C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4605" y="851100"/>
            <a:ext cx="3494984" cy="583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40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A7A2-A8F8-D88E-7705-991275C8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7C4EEE-743D-951F-6ABE-9BEF61BAB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1742" y="675152"/>
            <a:ext cx="3194568" cy="610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11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E260-DB10-B442-D291-AD99C4B0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FC64B40-96AE-7A92-EAD5-0E49B11C2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492" y="672002"/>
            <a:ext cx="5870739" cy="55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55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C722-B8B2-C68B-690F-8DCC98C9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567E87-ABCF-5612-74B8-93E4A7435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450" y="2540794"/>
            <a:ext cx="82931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2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</Words>
  <Application>Microsoft Macintosh PowerPoint</Application>
  <PresentationFormat>Widescreen</PresentationFormat>
  <Paragraphs>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Github session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Hanselmann</dc:creator>
  <cp:lastModifiedBy>Alex Hanselmann</cp:lastModifiedBy>
  <cp:revision>1</cp:revision>
  <dcterms:created xsi:type="dcterms:W3CDTF">2026-05-03T15:47:03Z</dcterms:created>
  <dcterms:modified xsi:type="dcterms:W3CDTF">2026-05-03T15:57:28Z</dcterms:modified>
</cp:coreProperties>
</file>